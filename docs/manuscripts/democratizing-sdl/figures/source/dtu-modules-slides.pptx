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7E63-56CE-C96D-E1AE-B6B3374B9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5AA77-DA69-5E05-0DA8-85B3B6F7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BAB2-3EA3-96BF-AC41-701C3D96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AACD8-BA57-2077-3302-A640213C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08B6E-53AF-9988-A5BB-F69FEAF8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8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21E8-93A2-4800-D5B3-0B248BCF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77D6B-D9A2-64F4-5B8A-9AB1F5C83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199BC-8ADA-DC23-44B1-F5DA09CF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7FDE-5723-FF71-BBD8-038D6139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DC5A-0A04-6330-7CE1-6BA52E08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6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DBD7-016C-4BD9-886C-C94B1E1F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BCE57-495E-A8F4-B784-0DC53BAE9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AAE85-A58C-25D0-1660-2DC476B7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68C6B-F6B2-8203-D5FF-0FA64BA6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647D-6D51-EA62-9CC7-46052181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448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4501-8CBB-9927-7BF4-D8504420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26183-B063-16DE-90A4-57A299883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C6418-1379-CFC1-331A-470F39C56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CA97E-94B4-B68F-A008-EB5A505E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3982-A68F-C37D-86CE-A29D8150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272D-9277-E418-BD5B-E6753C80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511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E44C-0081-D694-9767-7ABA41D2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82BE9-9D42-C8B1-4629-205AD540B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BC444-B04A-DD0D-5DEF-D6A8913EF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113AA-2F2D-FCA5-864B-D6FCE0992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9BD1C-0CD7-C837-3F40-367A55B77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97279-B803-BE59-802A-8B2F9D3F9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09B17-64CA-6251-AA4E-E367661C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14819-FF7D-ED35-3492-E6756C54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85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C89D-3863-288E-2C70-5457E5EF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343DC-CAE3-1526-C37D-6C7F2E6A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0EEBF-103C-2EAD-AD70-1CEAA832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9BD00-5CF5-01AB-C3A8-3F55FD27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753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2A296-E361-DC5A-0D48-5CEFD553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49FDA-615B-CA2F-F789-01BB282C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BF017-3F99-67DA-EDE3-0D948173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319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FBAE-415F-F105-71C1-938B8244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DBF78-1058-14FC-AF6F-B0C2FFF1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24986-5D0B-E1EE-8E2D-688786A1F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5E9B4-FBA7-DC52-8A68-EA554A37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13BC-0A5B-5B0B-ECBB-145BF923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3756E-406F-0232-38C5-B803C3D2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962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CFDC-FE9E-9129-59BA-BD5A576A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60B983-918A-D649-18FF-0DEB12935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D4D2B-145B-681D-6707-44E81DA7C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BAC74-E135-7B58-969A-71F84B3D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A35F4-A063-A04A-CD4F-3C11FB02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7B87C-7D83-B555-2076-E534C91E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748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F5B5-CB16-2019-D632-0B8A66D2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95EE6-AFCA-398C-CB6C-81E4C269B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BCA6-1AA8-EA09-BC46-3323FA28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AB49-8CC8-3680-6BBC-18A2840B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14BA0-2618-A654-F406-D3511647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285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4A38A-DCE4-34FE-BFCE-D9468E1C2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3701F-C45D-F7A2-9CEE-AB4636995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B377-F672-CDED-2D1D-F0B51D91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A2998-95EB-AA24-DC9F-15B10CCE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E9B58-377B-90E8-771E-2A789C11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171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FAFB8-BDD3-F818-1621-9C9B96E3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8485B-E460-B88B-FD0F-1D49DA979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DF09-4B2A-D1BC-229F-2EBA163AE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16A3E-30C4-48E9-8AB8-44F520DA18A6}" type="datetimeFigureOut">
              <a:rPr lang="LID4096" smtClean="0"/>
              <a:t>10/25/2024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B393C-A57E-55C4-4B20-169ED6D51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1D0B9-A918-CE59-C7D7-F274EF5B6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A4633-4D6B-4E85-9DCD-7FFC38C03EC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247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7623-1E90-3854-F1BB-15C7AFAF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1: Color Mixing Bot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5297-235A-A082-F7C9-FB18A6E1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6844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2963-2B73-D22B-1AC5-92858B7B8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2156A-5318-06FA-D492-AB2CD24F9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 descr="A machine with different colored tubes and tubes&#10;&#10;Description automatically generated with medium confidence">
            <a:extLst>
              <a:ext uri="{FF2B5EF4-FFF2-40B4-BE49-F238E27FC236}">
                <a16:creationId xmlns:a16="http://schemas.microsoft.com/office/drawing/2014/main" id="{92E39254-F658-F527-CF03-7850FF997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1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0448-8498-CB07-73F4-7CE11D4C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Content Placeholder 4" descr="A machine with different colored liquids&#10;&#10;Description automatically generated">
            <a:extLst>
              <a:ext uri="{FF2B5EF4-FFF2-40B4-BE49-F238E27FC236}">
                <a16:creationId xmlns:a16="http://schemas.microsoft.com/office/drawing/2014/main" id="{5FE6D310-613D-7F5E-A9A9-844ADFBE6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63" y="1825625"/>
            <a:ext cx="5802273" cy="4351338"/>
          </a:xfrm>
        </p:spPr>
      </p:pic>
    </p:spTree>
    <p:extLst>
      <p:ext uri="{BB962C8B-B14F-4D97-AF65-F5344CB8AC3E}">
        <p14:creationId xmlns:p14="http://schemas.microsoft.com/office/powerpoint/2010/main" val="305193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A64F-E8EE-BEB0-EB68-D74B1F55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2: Rolling-ball Viscometer</a:t>
            </a:r>
            <a:endParaRPr lang="LID4096" dirty="0"/>
          </a:p>
        </p:txBody>
      </p:sp>
      <p:pic>
        <p:nvPicPr>
          <p:cNvPr id="5" name="Content Placeholder 4" descr="A blue and grey toy&#10;&#10;Description automatically generated">
            <a:extLst>
              <a:ext uri="{FF2B5EF4-FFF2-40B4-BE49-F238E27FC236}">
                <a16:creationId xmlns:a16="http://schemas.microsoft.com/office/drawing/2014/main" id="{4F2A0FF3-54FB-F47E-9429-1BD77CEF1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19" y="1757386"/>
            <a:ext cx="2390464" cy="4351338"/>
          </a:xfrm>
        </p:spPr>
      </p:pic>
      <p:pic>
        <p:nvPicPr>
          <p:cNvPr id="7" name="Picture 6" descr="A pair of small black objects with legs&#10;&#10;Description automatically generated">
            <a:extLst>
              <a:ext uri="{FF2B5EF4-FFF2-40B4-BE49-F238E27FC236}">
                <a16:creationId xmlns:a16="http://schemas.microsoft.com/office/drawing/2014/main" id="{792036AC-FC02-9598-B080-03779A47A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51" y="1248770"/>
            <a:ext cx="4195967" cy="5609230"/>
          </a:xfrm>
          <a:prstGeom prst="rect">
            <a:avLst/>
          </a:prstGeom>
        </p:spPr>
      </p:pic>
      <p:pic>
        <p:nvPicPr>
          <p:cNvPr id="9" name="Picture 8" descr="A blue and yellow metal object&#10;&#10;Description automatically generated">
            <a:extLst>
              <a:ext uri="{FF2B5EF4-FFF2-40B4-BE49-F238E27FC236}">
                <a16:creationId xmlns:a16="http://schemas.microsoft.com/office/drawing/2014/main" id="{38AD3DBE-4123-2E75-8D0E-1BB4FD749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542" y="2055813"/>
            <a:ext cx="28289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7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086C-37BA-826B-FEEB-254C576D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3: Powder dispensing and weighing</a:t>
            </a:r>
            <a:endParaRPr lang="LID4096" dirty="0"/>
          </a:p>
        </p:txBody>
      </p:sp>
      <p:pic>
        <p:nvPicPr>
          <p:cNvPr id="5" name="Content Placeholder 4" descr="A machine with a syringe&#10;&#10;Description automatically generated">
            <a:extLst>
              <a:ext uri="{FF2B5EF4-FFF2-40B4-BE49-F238E27FC236}">
                <a16:creationId xmlns:a16="http://schemas.microsoft.com/office/drawing/2014/main" id="{8001D615-6610-7902-4F0C-ED7019C80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821" y="1751118"/>
            <a:ext cx="3339398" cy="4351338"/>
          </a:xfrm>
        </p:spPr>
      </p:pic>
      <p:pic>
        <p:nvPicPr>
          <p:cNvPr id="7" name="Picture 6" descr="A blue and silver machine&#10;&#10;Description automatically generated">
            <a:extLst>
              <a:ext uri="{FF2B5EF4-FFF2-40B4-BE49-F238E27FC236}">
                <a16:creationId xmlns:a16="http://schemas.microsoft.com/office/drawing/2014/main" id="{8C3B1B93-7863-4CFC-8C60-9B80323E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58" y="1246670"/>
            <a:ext cx="4826356" cy="549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8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Module 1: Color Mixing Bot</vt:lpstr>
      <vt:lpstr>PowerPoint Presentation</vt:lpstr>
      <vt:lpstr>PowerPoint Presentation</vt:lpstr>
      <vt:lpstr>Module 2: Rolling-ball Viscometer</vt:lpstr>
      <vt:lpstr>Module 3: Powder dispensing and weighing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Louie Lucas Bisgaard Nyeland</dc:creator>
  <cp:lastModifiedBy>Louie Lucas Bisgaard Nyeland</cp:lastModifiedBy>
  <cp:revision>1</cp:revision>
  <dcterms:created xsi:type="dcterms:W3CDTF">2024-10-25T19:42:06Z</dcterms:created>
  <dcterms:modified xsi:type="dcterms:W3CDTF">2024-10-25T19:46:15Z</dcterms:modified>
</cp:coreProperties>
</file>